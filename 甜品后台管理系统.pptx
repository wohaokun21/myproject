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甜品后台管理系统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基于 @umi/max + React + Ant Design 开发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实现甜点展示、分类筛选、用户登录与喜欢列表等功能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项目技术栈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React + TypeScript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@umi/max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Ant Design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umi request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Less + CSS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系统功能结构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首页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甜点甄选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甜品优选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甜点专区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登录页面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喜欢列表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首页模块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轮播图展示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当季优选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王牌雪域系列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生日心享系列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甜点甄选页面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全部甜点展示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口味筛选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规格筛选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卡片列表展示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甜点专区模块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蛋糕专区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组合专区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小食专区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优选专区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登录与喜欢功能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未登录提示登录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登录后加入喜欢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导航栏爱心展示喜欢列表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甜点详情页面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展示甜点详细信息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祝福语展示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相关推荐甜点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系统亮点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• 页面温馨美观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组件化开发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用户体验良好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• 扩展性强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6336C"/>
                </a:solidFill>
              </a:rP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>
                <a:solidFill>
                  <a:srgbClr val="505050"/>
                </a:solidFill>
              </a:defRPr>
            </a:pPr>
            <a:r>
              <a:t>实现完整甜品后台管理与用户交互系统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具备良好的实用性与扩展能力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4389120"/>
            <a:ext cx="2743200" cy="914400"/>
          </a:xfrm>
          <a:prstGeom prst="rect">
            <a:avLst/>
          </a:prstGeom>
          <a:solidFill>
            <a:srgbClr val="FFB6C1"/>
          </a:solidFill>
          <a:ln>
            <a:solidFill>
              <a:srgbClr val="FFB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🍰 Sweet Dessert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